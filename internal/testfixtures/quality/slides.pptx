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2057400"/>
            <a:ext cx="7772400" cy="1143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>
                <a:solidFill>
                  <a:srgbClr val="000000"/>
                </a:solidFill>
                <a:latin typeface="Arial"/>
              </a:rPr>
              <a:t>Harbor works, autumn plan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3429000"/>
            <a:ext cx="7772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/>
              </a:rPr>
              <a:t>Sample slides written for a parsing test. Every name and number is invented.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>
                <a:solidFill>
                  <a:srgbClr val="000000"/>
                </a:solidFill>
                <a:latin typeface="Arial"/>
              </a:rPr>
              <a:t>Work packages</a:t>
            </a:r>
          </a:p>
        </p:txBody>
      </p:sp>
      <p:sp>
        <p:nvSpPr>
          <p:cNvPr id="3" name="List"/>
          <p:cNvSpPr txBox="1"/>
          <p:nvPr/>
        </p:nvSpPr>
        <p:spPr>
          <a:xfrm>
            <a:off x="685800" y="1600200"/>
            <a:ext cx="7772400" cy="3657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</a:rPr>
              <a:t>Dredge the fairway to nine meters.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</a:rPr>
              <a:t>Replace the fenders at berth four.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</a:rPr>
              <a:t>Renew the lights on the north mole.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</a:rPr>
              <a:t>Survey the lock gate before the first frost.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>
                <a:solidFill>
                  <a:srgbClr val="000000"/>
                </a:solidFill>
                <a:latin typeface="Arial"/>
              </a:rPr>
              <a:t>Budget by quarter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685800" y="1600200"/>
          <a:ext cx="7772400" cy="1371600"/>
        </p:xfrm>
        <a:graphic>
          <a:graphicData uri="http://schemas.openxmlformats.org/drawingml/2006/table">
            <a:tbl>
              <a:tblPr firstRow="1"/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Package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Third quarter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latin typeface="Arial"/>
                        </a:rPr>
                        <a:t>Fourth quarter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Dredging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Fenders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/>
              </a:rPr>
              <a:t>All amounts are in thousands.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A6FA5"/>
      </a:accent1>
      <a:accent2>
        <a:srgbClr val="A5674A"/>
      </a:accent2>
      <a:accent3>
        <a:srgbClr val="6FA54A"/>
      </a:accent3>
      <a:accent4>
        <a:srgbClr val="A54A6F"/>
      </a:accent4>
      <a:accent5>
        <a:srgbClr val="4AA59B"/>
      </a:accent5>
      <a:accent6>
        <a:srgbClr val="9B4AA5"/>
      </a:accent6>
      <a:hlink>
        <a:srgbClr val="0000FF"/>
      </a:hlink>
      <a:folHlink>
        <a:srgbClr val="800080"/>
      </a:folHlink>
    </a:clrScheme>
    <a:fontScheme name="Pla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